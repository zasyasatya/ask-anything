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Ask Anything — Admin Pipeline &amp; Governance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Dibuat oleh Ask Anything — mode PPT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Kenapa perlu governance?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Satu konsol admin mengatur mode, tool, memori, artifact, feedback, RAG</a:t>
            </a:r>
          </a:p>
          <a:p>
            <a:pPr>
              <a:defRPr sz="1800"/>
            </a:pPr>
            <a:r>
              <a:t>Penegakan server-side: UI hanya menyembunyikan, API yang menolak</a:t>
            </a:r>
          </a:p>
          <a:p>
            <a:pPr>
              <a:defRPr sz="1800"/>
            </a:pPr>
            <a:r>
              <a:t>Interpreter always-on: semua langkah terecord di SQLite (dikunci di kode)</a:t>
            </a:r>
          </a:p>
          <a:p>
            <a:pPr>
              <a:defRPr sz="1800"/>
            </a:pPr>
            <a:r>
              <a:t>Semua fitur jalan offline (provider mock / HuggingFace lokal)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Alur chat yang di-govern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Request {message, mode} → mode gate → prompt assembly</a:t>
            </a:r>
          </a:p>
          <a:p>
            <a:pPr>
              <a:defRPr sz="1800"/>
            </a:pPr>
            <a:r>
              <a:t>System prompt = dasar + MEMORI + PEDOMAN FEEDBACK + arah mode</a:t>
            </a:r>
          </a:p>
          <a:p>
            <a:pPr>
              <a:defRPr sz="1800"/>
            </a:pPr>
            <a:r>
              <a:t>Tool schema difilter: hanya tool diizinkan yang diiklankan</a:t>
            </a:r>
          </a:p>
          <a:p>
            <a:pPr>
              <a:defRPr sz="1800"/>
            </a:pPr>
            <a:r>
              <a:t>Panggilan tool liar ditolak + event policy terecord</a:t>
            </a:r>
          </a:p>
          <a:p>
            <a:pPr>
              <a:defRPr sz="1800"/>
            </a:pPr>
            <a:r>
              <a:t>Artifact (gambar/PPT) → file + registry + kartu unduh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text — chat + agent browsing (inti)</a:t>
            </a:r>
          </a:p>
          <a:p>
            <a:pPr>
              <a:defRPr sz="1800"/>
            </a:pPr>
            <a:r>
              <a:t>image — generate_image: poster offline / gateway OpenAI-compatible</a:t>
            </a:r>
          </a:p>
          <a:p>
            <a:pPr>
              <a:defRPr sz="1800"/>
            </a:pPr>
            <a:r>
              <a:t>diagram — create_diagram: kanvas interaktif</a:t>
            </a:r>
          </a:p>
          <a:p>
            <a:pPr>
              <a:defRPr sz="1800"/>
            </a:pPr>
            <a:r>
              <a:t>ppt — generate_ppt: deck .pptx dari outline</a:t>
            </a:r>
          </a:p>
          <a:p>
            <a:pPr>
              <a:defRPr sz="1800"/>
            </a:pPr>
            <a:r>
              <a:t>rag — upload PDF → parse → chunk → embed → retrieve → generate</a:t>
            </a:r>
          </a:p>
          <a:p>
            <a:pPr>
              <a:defRPr sz="1800"/>
            </a:pPr>
            <a:r>
              <a:t>research — deep research multi-query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Manajemen memori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Tiga jalur tulis: admin manual, tool save_memory (AI), pedoman feedback</a:t>
            </a:r>
          </a:p>
          <a:p>
            <a:pPr>
              <a:defRPr sz="1800"/>
            </a:pPr>
            <a:r>
              <a:t>Injection: blok MEMORI + PEDOMAN FEEDBACK di system prompt tiap run</a:t>
            </a:r>
          </a:p>
          <a:p>
            <a:pPr>
              <a:defRPr sz="1800"/>
            </a:pPr>
            <a:r>
              <a:t>Perilaku berubah tanpa restart; asal memori selalu ber-badge</a:t>
            </a:r>
          </a:p>
          <a:p>
            <a:pPr>
              <a:defRPr sz="1800"/>
            </a:pPr>
            <a:r>
              <a:t>Kontrol: memory.enabled, memory.allow_ai_write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Feedback 👍/👎 → pedoman perilaku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Terecord lengkap: rating, komentar, message_id, mode, tools, cuplikan</a:t>
            </a:r>
          </a:p>
          <a:p>
            <a:pPr>
              <a:defRPr sz="1800"/>
            </a:pPr>
            <a:r>
              <a:t>👎 + komentar → auto-guidance (memori source=feedback)</a:t>
            </a:r>
          </a:p>
          <a:p>
            <a:pPr>
              <a:defRPr sz="1800"/>
            </a:pPr>
            <a:r>
              <a:t>Admin review: 'Jadikan pedoman' / abaikan / hapus</a:t>
            </a:r>
          </a:p>
          <a:p>
            <a:pPr>
              <a:defRPr sz="1800"/>
            </a:pPr>
            <a:r>
              <a:t>Run berikutnya otomatis mematuhi pedoman (inject ke prompt)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Penyimpanan artifact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File di data/artifacts/&lt;id&gt;_&lt;nama&gt;, metadata di tabel artifacts</a:t>
            </a:r>
          </a:p>
          <a:p>
            <a:pPr>
              <a:defRPr sz="1800"/>
            </a:pPr>
            <a:r>
              <a:t>Generator gambar jujur: openai-images atau poster-v1 (offline)</a:t>
            </a:r>
          </a:p>
          <a:p>
            <a:pPr>
              <a:defRPr sz="1800"/>
            </a:pPr>
            <a:r>
              <a:t>PPTX dibangun python-pptx dari outline terstruktur</a:t>
            </a:r>
          </a:p>
          <a:p>
            <a:pPr>
              <a:defRPr sz="1800"/>
            </a:pPr>
            <a:r>
              <a:t>Registry FIFO (max_artifacts) + download endpoint publik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— ingest (upload otomatis)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POST /api/rag/upload → policy gate (mode + batas MB)</a:t>
            </a:r>
          </a:p>
          <a:p>
            <a:pPr>
              <a:defRPr sz="1800"/>
            </a:pPr>
            <a:r>
              <a:t>Parsing pypdf per halaman; halaman rusak dilewati</a:t>
            </a:r>
          </a:p>
          <a:p>
            <a:pPr>
              <a:defRPr sz="1800"/>
            </a:pPr>
            <a:r>
              <a:t>Chunking sliding window per halaman (1200 char, overlap 150)</a:t>
            </a:r>
          </a:p>
          <a:p>
            <a:pPr>
              <a:defRPr sz="1800"/>
            </a:pPr>
            <a:r>
              <a:t>Embedding hashing-v1 384-dim (deterministik, tanpa server)</a:t>
            </a:r>
          </a:p>
          <a:p>
            <a:pPr>
              <a:defRPr sz="1800"/>
            </a:pPr>
            <a:r>
              <a:t>Status per tahap terlihat di panel RAG + timings tersimpan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— query (retrieve → generate)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Embed query → cosine vs semua chunk ready → top-k + skor</a:t>
            </a:r>
          </a:p>
          <a:p>
            <a:pPr>
              <a:defRPr sz="1800"/>
            </a:pPr>
            <a:r>
              <a:t>Context bernomor [1..k] + register sumber rag://…</a:t>
            </a:r>
          </a:p>
          <a:p>
            <a:pPr>
              <a:defRPr sz="1800"/>
            </a:pPr>
            <a:r>
              <a:t>Generate streaming, wajib sitasi [n], diverifikasi final</a:t>
            </a:r>
          </a:p>
          <a:p>
            <a:pPr>
              <a:defRPr sz="1800"/>
            </a:pPr>
            <a:r>
              <a:t>0 potongan cocok → diakui eksplisit, tidak mengarang</a:t>
            </a:r>
          </a:p>
          <a:p>
            <a:pPr>
              <a:defRPr sz="1800"/>
            </a:pPr>
            <a:r>
              <a:t>Semua event (rag_stage, rag_retrieve) masuk interpreter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Mechanistic Interpreter (always-on)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Record: meta+policy, prompt, LLM request/response, token, tool, RAG</a:t>
            </a:r>
          </a:p>
          <a:p>
            <a:pPr>
              <a:defRPr sz="1800"/>
            </a:pPr>
            <a:r>
              <a:t>Event baru: rag_stage, rag_retrieve, artifact, policy</a:t>
            </a:r>
          </a:p>
          <a:p>
            <a:pPr>
              <a:defRPr sz="1800"/>
            </a:pPr>
            <a:r>
              <a:t>always_on dikunci True — admin mengatur detail (logprobs, payload)</a:t>
            </a:r>
          </a:p>
          <a:p>
            <a:pPr>
              <a:defRPr sz="1800"/>
            </a:pPr>
            <a:r>
              <a:t>Live saat run dan replay dari riwayat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Paket backend (Python)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fastapi + uvicorn (SSE), pydantic-settings (env ASK_*), httpx</a:t>
            </a:r>
          </a:p>
          <a:p>
            <a:pPr>
              <a:defRPr sz="1800"/>
            </a:pPr>
            <a:r>
              <a:t>pypdf (RAG parsing), python-multipart (upload), python-pptx (deck)</a:t>
            </a:r>
          </a:p>
          <a:p>
            <a:pPr>
              <a:defRPr sz="1800"/>
            </a:pPr>
            <a:r>
              <a:t>beautifulsoup4 (browsing), pytest + pytest-asyncio (185+ tes)</a:t>
            </a:r>
          </a:p>
          <a:p>
            <a:pPr>
              <a:defRPr sz="1800"/>
            </a:pPr>
            <a:r>
              <a:t>Opsional: torch/transformers untuk inference HuggingFace lokal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Paket frontend (Node)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Next.js 16 + React 19 (App Router, proxy rewrite ke backend)</a:t>
            </a:r>
          </a:p>
          <a:p>
            <a:pPr>
              <a:defRPr sz="1800"/>
            </a:pPr>
            <a:r>
              <a:t>Tailwind design system light/indigo, mermaid (mode pembanding)</a:t>
            </a:r>
          </a:p>
          <a:p>
            <a:pPr>
              <a:defRPr sz="1800"/>
            </a:pPr>
            <a:r>
              <a:t>vitest + testing-library: 161 tes termasuk konsol admin</a:t>
            </a:r>
          </a:p>
          <a:p>
            <a:pPr>
              <a:defRPr sz="1800"/>
            </a:pPr>
            <a:r>
              <a:t>Komponen baru: /admin, RagPanel, FeedbackButtons, ArtifactCards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Checklist sebelum publish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Set ASK_ADMIN_TOKEN (header X-Admin-Token wajib)</a:t>
            </a:r>
          </a:p>
          <a:p>
            <a:pPr>
              <a:defRPr sz="1800"/>
            </a:pPr>
            <a:r>
              <a:t>Review tab Pipeline: matikan mode/tool yang belum diinginkan</a:t>
            </a:r>
          </a:p>
          <a:p>
            <a:pPr>
              <a:defRPr sz="1800"/>
            </a:pPr>
            <a:r>
              <a:t>Isi memori dasar (tone, batasan produk)</a:t>
            </a:r>
          </a:p>
          <a:p>
            <a:pPr>
              <a:defRPr sz="1800"/>
            </a:pPr>
            <a:r>
              <a:t>Aktifkan feedback + auto-guidance; pantau rasio 👍/👎</a:t>
            </a:r>
          </a:p>
          <a:p>
            <a:pPr>
              <a:defRPr sz="1800"/>
            </a:pPr>
            <a:r>
              <a:t>Upload dokumen RAG resmi; biarkan interpreter selalu-on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